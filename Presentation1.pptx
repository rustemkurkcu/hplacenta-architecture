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30" y="-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141A-9204-3391-027D-2724F11B6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1F48D-CDA3-216B-F37F-090FB755A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7986B-3371-BA12-9E8A-64A80500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7D5AB-DEAB-BC75-DAD3-2ED0D2BEF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DDA62-931A-9715-930E-FB62AF02A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6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AE97-D21A-2A65-6718-395963ED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86E9-6F23-C5A0-6C15-E801E2C48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0C5A4-2FAF-D647-A9DB-9ACA4ED62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02A8A-046D-3E7C-6C66-F366B7B6F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6A8F1-7903-6C00-378C-B28E8484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4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7C888-1C20-CDFB-0274-37BC9ADAA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CA69D-0A27-1609-3366-92F13FF40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A85C8-C977-74A1-380D-210A5C64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CDC4A-66ED-CA12-FCCE-84D51B0C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7FD23-DDA6-7C04-7675-CE02A72B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1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EFC5-950F-9697-BCFC-0909AFB6D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BA594-C3EB-4CEF-6E31-CC6321FC5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A343E-F8E3-CCD6-7172-D23690700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75B27-D6AD-A04A-F348-FFA4E70B3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06DC1-1692-F510-4204-25B604F17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9DF48-03C5-F09E-68B8-5DF05A8F4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2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3BAF-24D9-CF09-6F4C-D95CAE80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79B2E-090A-3C52-18B0-D72902F85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4F9D7-C9EF-1FB2-5335-1FC2C46F1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0172D-E8B9-614A-86E8-BA57894EB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EF3554-F941-2875-4084-2F92859BD0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142C5-750A-574F-EC03-3F99C97A3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77AB71-2EC5-5A3D-F844-6A5B2B1F8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6FCF8C-0F69-0CD5-D704-1F57C5693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6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AB7A5-98D0-FFB9-A82E-29329D30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D7720-A142-DAA2-BDF6-9F01453F0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96C017-8A9E-CEE6-735D-B5EA17CE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4A37B-07ED-945F-6138-9D38BF86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91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431C6-6152-F39E-87E4-D56BF89D1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F137EC-DC5B-BC4B-E967-B995F9C8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640E5-5F3D-C55C-2580-9750547BC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37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DBDF-8D87-EFA3-E3BB-F3C920506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08025-4937-A450-D527-6482B2E5D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744E6-6034-8FAA-93FE-DB16DB492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4A8F5-09FA-2C77-E274-24E5392F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C4EB9-75CC-4451-0A2C-606E89DD8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57461-7E3D-8B59-AA62-2F122C0F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7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C759-8554-25CE-A1E7-AE4147C4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35527-39A2-BD5E-408A-A70126901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4FAE6-FF8E-5D88-A847-AAEE1D48A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92B12-8408-3DFE-FECF-5D592C821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2DB9B-EEA8-B5D2-75E8-D09BC9DF5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E3991-5794-1756-3FF0-D76A2B04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134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D655-01ED-EF1A-8DC0-C6775E81F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1940C-DCCB-D2B0-E242-972FB4222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A3B89-A66D-3626-8D51-8099368C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0C9CC-840C-FA6A-07FB-1BA44FB6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FF593-E72E-BB12-C77A-3C0D01459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03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2083D-7E7D-CCFA-309B-583018F36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57175-D8D8-BDF5-F368-20ADA7D8A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49D50-C3C9-7D86-3906-A5B857F8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A5BF9-8A86-1655-99F9-C1B1DD02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F32A7-459E-BC08-337C-6B3144B9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03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CA333-B261-3C59-97BA-1C7AF27A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8211D-699E-6C10-2F18-66A804ECE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D7239-4FB8-FF8B-7C59-A2DAE9AB0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0335E-1662-42A7-9817-5F3FB3048D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6EFCC-E232-EFB5-864F-7E6ED6F8F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72C9A-60DD-8D56-84C5-CD30DF849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DC906-1C94-40E6-8DD3-89BA00FF8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1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9E0A3-C60F-C819-D7A1-92DFC4EB50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F2407-C169-7AC7-F908-7BA9173471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59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C420790-ABFF-22CA-9AED-04F888E35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36463"/>
            <a:ext cx="6017340" cy="3282185"/>
          </a:xfrm>
          <a:prstGeom prst="rect">
            <a:avLst/>
          </a:prstGeom>
        </p:spPr>
      </p:pic>
      <p:pic>
        <p:nvPicPr>
          <p:cNvPr id="5" name="Picture 4" descr="A group of colorful rectangular objects&#10;&#10;AI-generated content may be incorrect.">
            <a:extLst>
              <a:ext uri="{FF2B5EF4-FFF2-40B4-BE49-F238E27FC236}">
                <a16:creationId xmlns:a16="http://schemas.microsoft.com/office/drawing/2014/main" id="{37E42974-2809-D40D-DF64-405B01858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01" y="774286"/>
            <a:ext cx="5240604" cy="31443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9866F6-5CEF-CE85-2383-A396A51F1BE9}"/>
              </a:ext>
            </a:extLst>
          </p:cNvPr>
          <p:cNvSpPr txBox="1"/>
          <p:nvPr/>
        </p:nvSpPr>
        <p:spPr>
          <a:xfrm>
            <a:off x="766916" y="4454013"/>
            <a:ext cx="87002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significant reduction in the N8 cluster, and an increasing the N3 , n8 mainly fibroblast 2</a:t>
            </a:r>
          </a:p>
          <a:p>
            <a:r>
              <a:rPr lang="en-US" dirty="0"/>
              <a:t>An appearance of N3 </a:t>
            </a:r>
          </a:p>
          <a:p>
            <a:r>
              <a:rPr lang="en-US" dirty="0"/>
              <a:t>N1 Growth </a:t>
            </a:r>
          </a:p>
          <a:p>
            <a:r>
              <a:rPr lang="en-US" dirty="0"/>
              <a:t>Increase in N6 </a:t>
            </a:r>
          </a:p>
        </p:txBody>
      </p:sp>
      <p:pic>
        <p:nvPicPr>
          <p:cNvPr id="8" name="Picture 7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C9AE69A8-0A41-1E77-E2C7-452D7BAB07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516" y="2940314"/>
            <a:ext cx="5240604" cy="285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84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27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 kurkcu</dc:creator>
  <cp:lastModifiedBy>shan kurkcu</cp:lastModifiedBy>
  <cp:revision>1</cp:revision>
  <dcterms:created xsi:type="dcterms:W3CDTF">2026-02-20T17:05:17Z</dcterms:created>
  <dcterms:modified xsi:type="dcterms:W3CDTF">2026-02-20T21:10:17Z</dcterms:modified>
</cp:coreProperties>
</file>